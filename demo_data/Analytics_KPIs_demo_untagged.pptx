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937"/>
                </a:solidFill>
              </a:rPr>
              <a:t>Analytics KPI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</a:rPr>
              <a:t>Fictional demo deck — Contoso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D9CDB"/>
                </a:solidFill>
              </a:rPr>
              <a:t>June 2026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Analytics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Total learners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Companies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9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Databricks Trainings and Lakehouse Guild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Training participants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Guild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Training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0.30%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Analytics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Total registrations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Teams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Community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36720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Total participants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36720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799" y="1143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</a:rPr>
              <a:t>Unique 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99" y="1463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D9CDB"/>
                </a:solidFill>
              </a:rPr>
              <a:t>160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1760"/>
            <a:ext cx="5486400" cy="310896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651760"/>
            <a:ext cx="54864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</a:rPr>
              <a:t>Notes (maintained by hand)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</a:rPr>
              <a:t>This slide is listed under manual_slides in config/deck_layout.json,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B7280"/>
                </a:solidFill>
              </a:rPr>
              <a:t>so even its tagged shapes are never refreshed.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D9CDB"/>
                </a:solidFill>
              </a:rPr>
              <a:t>Edited by hand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